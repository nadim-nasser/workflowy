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Workflowy × Deloitte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Executive AI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</a:defRPr>
            </a:pPr>
            <a:r>
              <a:t>Half-Day Intensive for Deloitte Leaders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Trusted by leaders at Google, KPMG, TD Bank, RBC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</a:defRPr>
            </a:pPr>
            <a:r>
              <a:t>AI capability is compounding.</a:t>
            </a:r>
            <a:br/>
            <a:r>
              <a:t>Enterprise readiness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Most deployments stall at chat interfaces, copilots, or fragile pilots that collapse under real operational pressure.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13716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Pilots Everywhere, Impact Nowhere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AI lives at the edges: chat interfaces and brittle demos.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383280" cy="13716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Chat ≠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Teams ask AI questions. They don't build with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383280" cy="13716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Intelligence Without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Powerful AI, no systems to deploy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report AI skills gaps as top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$4.4T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annual GenAI value, mostly untapped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gains with structured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We don't teach AI.</a:t>
            </a:r>
            <a:br/>
            <a:r>
              <a:t>We extract and operationalize</a:t>
            </a:r>
            <a:br/>
            <a:r>
              <a:t>your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The real value lives in the tacit knowledge of your people: the approvals, the edge cases, the "how we actually do things here."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Workflow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Surface processes and institutional knowledge, systematize them for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Live Builds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Build functional AI solutions together, deployed in hours, not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Your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Master Microsoft Copilot, Google Gemini, AWS with Claude. No new vendors.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THE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From chatbots to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Leading enterprises are moving beyond chat. Can your people keep up?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Chat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Human at keyboard. Reactive Q&amp;A.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Where most are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Human Guided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AI completes multi-step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Where leaders need to 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</a:defRPr>
            </a:pPr>
            <a: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Autonomous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AI acts independently.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</a:defRPr>
            </a:pPr>
            <a:r>
              <a:t>Where enterprises are headed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Your clients are already building agentic platforms. Major banks are deploying agent architectures with LLM gateways.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THE SKILLS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</a:defRPr>
            </a:pPr>
            <a:r>
              <a:t>Three levels of AI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Enterprises need people across all three levels. Most have only Level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No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AI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Everyday use, boosting productivity.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Summarize meeting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Draft proposals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Research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Low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AI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Power users driving automation.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Build client analyzer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Automate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Create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Pro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AI 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Advanced programmatic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Audit automation with HITL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Native agents for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Enterprise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The risk isn't AI replacing your consultants.</a:t>
            </a:r>
            <a:br/>
            <a:r>
              <a:t>It's competitors whose consultants know how to use AI winning your engagements.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</a:defRPr>
            </a:pPr>
            <a:r>
              <a:t>From awareness to operational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</a:defRPr>
            </a:pPr>
            <a:r>
              <a:t>Example Functions You'll Build: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Client Brief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Research Synthesizer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Data Story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Meeting Prep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Assess &amp;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Pre-session readiness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Individual skill baselining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Gap &amp; opportunity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Custom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Role specific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Your approved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Hands on building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Measure &amp;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Post-session skill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Champion identification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ROI reporting &amp; scale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Training on Your Tools: Claude • Gemini • Copilot • Gen D • Cursor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PROPOSED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</a:defRPr>
            </a:pPr>
            <a:r>
              <a:t>Half-Day Executive AI Intensive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A focused, hands-on session designed to shift your leaders from curious to capable.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20 Participants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Service line and industry leaders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Pre-Session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Tools, constraints, priorities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Custom Curriculum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Your approved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Live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Create something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t>WorkflowyOS Learning Platform Included:</a:t>
            </a:r>
            <a:br/>
            <a:r>
              <a:t>Interactive courses, progress tracking, AI coaching assistant, and post-session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PROGRAM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Four hours, four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50% interactive discussion, 50% hands-on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AI Landscape &amp; Reality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Cut through the hype. What AI can actually do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AI Fluency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Master prompt engineering with RACE framework.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Hands-On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49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90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Live build exercises using your approved tools.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Workflow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749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45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Leave with a personalized AI adoption roadmap.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PARTICIPANT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</a:defRPr>
            </a:pPr>
            <a:r>
              <a:t>What your leaders leave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Mindset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From "AI as search" to "AI as assistant"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Clear AI capabilities vs.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Confidence with clients and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Practical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RACE framework for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Identify 3+ automation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Navigate security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Tangible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Pre/post skill progression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Working AI solution built in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Role-specific prompt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Post-Session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Curated resource kit &amp; 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30-day email follow-up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✓ Partner network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MEASURABLE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Skills-based assessment. Proven 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We measure skill progression before and after, giving you concrete data on your AI readiness investment.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Pre/Post AI Readiness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✓ Baseline assessment before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✓ Post-session competency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✓ 30/60/90-day follow-up measurements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Skills-Based Talent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✓ Identify high-potential AI adopters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✓ Skills heat map across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✓ Targeted development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 Workflowy Difference: Live Builds + Measured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Other programs measure awareness. We measure capability because participants build working solutions.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Build something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Pre+Post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Skill progression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Champions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For scale-out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WHY WORKFLOWY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</a:defRPr>
            </a:pPr>
            <a:r>
              <a:t>What makes us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Hands-On, Not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Participants build real tools during the session. No death by PowerPoint.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Your Tools, Your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We work within your approved tech stack and compliance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Results, Not Inspiration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Measurable skill progression. Clear ROI. Monday morning behavior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</a:defRPr>
            </a:pPr>
            <a:r>
              <a:t>"Most AI training stops at awareness. We stop at execution."</a:t>
            </a:r>
            <a:br/>
            <a:br/>
            <a:r>
              <a:t>We don't just teach people about AI. We ensure they use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</a:defRPr>
            </a:pPr>
            <a:r>
              <a:t>Enterprise experience meets AI expertise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Nadim Nasser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CEO &amp; Head of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15+ years education &amp;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Former Head of Ed at Prequel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Trained 500+ 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Drew Baillie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Senior AI Consultant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25+ years AI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Former KPMG AI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Board Director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Azim Ahmed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VP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Head of Eng at Lazer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5+ years leading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AI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Advisory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Armughan Ahmad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</a:defRPr>
            </a:pPr>
            <a:r>
              <a:t>Executive Chairman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30 year enterprise career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Advisory: OpenAI, Telus, ServiceNow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Arif Bhanji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</a:defRPr>
            </a:pPr>
            <a:r>
              <a:t>Co-Founder, Lazer Technologies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Former Monitor Deloitte Consultant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• Y Combinator alumni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Half-Day Executive Intensive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$50,000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For 20 participants ($2,500/executive)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Pre-session 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Customized curriculum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4-hour live intensive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All materials &amp;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Pre/post skill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26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AI readiness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Resource kit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166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30-day 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Ongoing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WorkflowyOS platform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526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Email support for 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Champion certification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66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• Scale planning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your team's</a:t>
            </a:r>
            <a:br/>
            <a:r>
              <a:t>AI capabilities?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Schedule Discovery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15-minute alignment on goals and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Curriculum Customization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We adapt training to your tools and 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Session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Half-day intensive with your 20 leaders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Measure &amp;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Assessment results and scale-out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</a:defRPr>
            </a:pPr>
            <a:r>
              <a:t>nadim@workflowy.ai  |  workflowy.ai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